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Falcon Executive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J.A.R.V.I.S. • August 13,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&amp; Cooling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Cooling system: Sodium</a:t>
            </a:r>
          </a:p>
          <a:p>
            <a:pPr/>
            <a:r>
              <a:t>Advanced thermal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&amp;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year: 2034</a:t>
            </a:r>
          </a:p>
          <a:p>
            <a:pPr/>
            <a:r>
              <a:t>Lead engineer: Maya Rao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Budget: 42 million credits</a:t>
            </a:r>
          </a:p>
          <a:p>
            <a:pPr/>
            <a:r>
              <a:t>Governed cost allocation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