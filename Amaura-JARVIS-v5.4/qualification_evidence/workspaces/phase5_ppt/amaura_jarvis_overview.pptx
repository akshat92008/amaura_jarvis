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Amaura JARVIS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autonomous Company OS</a:t>
            </a:r>
          </a:p>
          <a:p>
            <a:pPr/>
            <a:r>
              <a:t>Iron Man inspired JARVIS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57 specialized company employees</a:t>
            </a:r>
          </a:p>
          <a:p>
            <a:pPr/>
            <a:r>
              <a:t>22 governed workflow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137 registered execution tools</a:t>
            </a:r>
          </a:p>
          <a:p>
            <a:pPr/>
            <a:r>
              <a:t>Least-privilege security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E2E empirical evidence</a:t>
            </a:r>
          </a:p>
          <a:p>
            <a:pPr/>
            <a:r>
              <a:t>Zero-defect canonical test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