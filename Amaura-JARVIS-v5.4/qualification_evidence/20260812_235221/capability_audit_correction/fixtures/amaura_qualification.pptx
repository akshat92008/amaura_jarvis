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Amaura JARVIS Qualification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J.A.R.V.I.S. • August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and installed metadata reconcile to 5.4.2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Registered tool contracts are enumerated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workforce roles are enumerated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Workflow structure is validated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