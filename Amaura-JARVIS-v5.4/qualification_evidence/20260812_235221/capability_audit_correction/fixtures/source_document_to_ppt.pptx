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Source Derived 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J.A.R.V.I.S. • August 13,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Derived 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Amaura correction pass source fact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