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Audit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 • August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Amaura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