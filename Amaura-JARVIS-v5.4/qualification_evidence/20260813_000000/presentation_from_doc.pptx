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Factsheet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 • August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Amaura JARVIS v5.4 Capability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pPr/>
            <a:r>
              <a:t>Qualification Scope</a:t>
            </a:r>
          </a:p>
          <a:p>
            <a:pPr/>
            <a:r>
              <a:t>Correction Pass 2026-08-13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OmniRoute Cognition Gateway</a:t>
            </a:r>
          </a:p>
          <a:p>
            <a:pPr/>
            <a:r>
              <a:t>Multi-Agent OS</a:t>
            </a:r>
          </a:p>
          <a:p>
            <a:pPr/>
            <a:r>
              <a:t>Trust Foundation &amp; Audit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57 Autonomous Company OS Employees</a:t>
            </a:r>
          </a:p>
          <a:p>
            <a:pPr/>
            <a:r>
              <a:t>137 Registered &amp; Routable Tools</a:t>
            </a:r>
          </a:p>
          <a:p>
            <a:pPr/>
            <a:r>
              <a:t>22 Governed Workflow Templates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